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1 · יסודות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איך מודלי שפה עובדים באמת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מטרנספורמר ו-Self-Attention, דרך Tokens ו-Temperature, ועד RAG ולולאה האג'נטית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זה מודל שפה גדול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טקסט הופך למספרים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שליטה בהתפלגות ההסתברות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גבול הזיכרון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החוזה הפורמלי מול המודל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שליפה מבוססת-עדות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משמעות כגיאומטריה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לולאת חשיבה-פעולה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- מודל שפה גדול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· SELF-ATTENTION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רשת נוירונים מסוג Transformer עם מיליארדי פרמטרים, מאומנת על חיזוי הטוקן הבא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מאפשר לכל טוקן "להביט" בכל הטוקנים האחרים ולשקלל רלוונטיות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אימון בשלבים: Pretraining (ידע) → Fine-tuning (עקיבה אחר הוראות) → RLHF (יישור)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ממשיך טקסט גולמי; instruct/chat model עבר את כל השלבים הנוספים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נוסחת הליבה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softmax(QKᵀ/√dₖ)·V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טוקן מקבל ממוצע משוקלל של כל הטוקנים הרלוונטיים לו.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· אבני הבניה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טקסט מתפרק ליחידות (tokens) באמצעות אלגוריתם כמו Byte-Pair Encoding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מילים נפוצות = טוקן בודד; מילים נדירות/עברית מתפצלות ליותר טוקנים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משפיע ישירות על מחיר (חיוב לפי טוקן), מהירות, וגודל ה-Context Window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תקן אחיד - לכל משפחת מודלים יש Tokenizer משלה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בטקסט אנגלי: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4 תווים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בעברית היחס פחות נוח - קרוב יותר לטוקן על כל מילה.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· דגימה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פרמטר ששולט ב"חדות" התפלגות ההסתברות לפני בחירת הטוקן הבא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נמוך → כמעט דטרמיניסטי; גבוה → יצירתי אך פחות קוהרנטי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ה-API של Anthropic מקבל טווח 0 עד 1 (לא 0 עד 2 כמו ספקים אחרים)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פרמטרים קרובים: top_p (Nucleus Sampling) ו-top_k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דיוק חשוב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גם ב-temperature=0 אין הבטחה מוחלטת לתוצאה זהה ב-100% מהמקרים (floating point non-determinism).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זיכרון עבודה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הטוקנים המקסימלי שהמודל "רואה" בקריאה בודדת - הכל כולל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זיכרון לטווח ארוך - נעלם בסוף השיחה אלא אם אפליקציה שומרת אותו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תופעת "lost in the middle": מידע באמצע הקשר ארוך נזכר פחות טוב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פתרונות: Sliding Window, Summarization, RAG, ו-Prompt Caching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טכניקה מתקדמת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שומר את מצב החישוב של קידומת חוזרת - חוסך זמן ומחיר בקריאות עוקבות.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החוזה הפורמלי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פורמט בקשה/תשובה + אימות הרשאות - מאפשר לתוכנה לדבר עם המודל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בקשה: model, messages, temperature, max_tokens · תשובה: content, stop_reason, usage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(SSE) מזרים את התשובה טוקן-טוקן במקום לחכות לכל התשובה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כשלים זמניים מטופלים ב-exponential backoff with jitter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אבטחה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מפתח ה-API נשלח כ-header (x-api-key), אף פעם לא בגוף הבקשה או ב-URL.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חיתוך → הטמעה → שמירה במסד וקטורים → שליפה → הזרקה לפרומפט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נותן למודל גישה למידע עדכני/פרטי בלי אימון מחדש, ומפחית הזיות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איכות התשובה חסומה על ידי איכות השליפה - garbage in, garbage out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עם overlap של 10-20% שומר על משפטים שנחתכים בגבול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המדד המרכזי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similarity(A,B) = (A·B) / (‖A‖·‖B‖)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קרוב ל-1 = כמעט זהה במשמעות.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משמעות כגיאומטריה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וקטור מספרי צפוף (מאות-אלפי מימדים) שממפה משמעות למרחב גיאומטרי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מאומן ב-Contrastive Learning: מקרב זוגות דומים, מרחיק זוגות שונים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embedding הוא בדרך כלל מודל נפרד ומתמחה, לא המודל הגנרטיבי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Embeddings מאפשרים לקצץ מימדים עם ירידה הדרגתית באיכות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שימושים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סמנטי, קלאסטרינג, המלצות - וכמובן, המנוע שמפעיל RAG.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Loop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THINK-ACT-OBSERVE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Think → Act (tool call) → Observe → חוזר חלילה עד תנאי עצירה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איטרציה = קריאת API בודדת שעשויה להחזיר בלוק tool_use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 הארכיטקטורה שמפעילה בפועל את Claude Code ו-Claude Agent SDK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מוקשים: לולאות אינסופיות, גדילת הקשר - פתרון: Subagents (מודול 2)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זה נעצר?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כש-stop_reason כבר לא tool_use.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המודל תמיד מחזיר tool_use, נדרש max_turns / timeout.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סיימתם את מודול 1!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עכשיו יש לכם הבנה אמיתית של איך מודלי שפה עובדים מתחת למכסה המנוע - מהטרנספורמר ועד ללולאה האג'נטית.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הבא: מודול 2 - עולם קלוד קוד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2026-07-12T00:54:00Z</dcterms:created>
  <dcterms:modified xsi:type="dcterms:W3CDTF">2026-07-12T00:54:00Z</dcterms:modified>
</cp:coreProperties>
</file>