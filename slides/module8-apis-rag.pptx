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1828800" cy="1828800"/>
          </a:xfrm>
          <a:prstGeom prst="ellipse">
            <a:avLst/>
          </a:prstGeom>
          <a:solidFill>
            <a:srgbClr val="2ECC7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8 · APIs &amp; RAG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APIs, Function Calling ו-RAG מתקדם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Use, Streaming, ריבוי ספקים, Chunking, Vector Search ו-Reranking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האקדמיה ל-AI ופיתוח Fullstack  ·  מודול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סדר היום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2708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927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6364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הפיכת המודל למבצע פעולות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ו-Fallbacks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2708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7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ריבוי ספקים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Anthropic/OpenAI/Gemini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חיתוך מסמכים ל-RAG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2708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7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ו-Reranking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ארכיטקטורת RAG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מקצה לקצה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2708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10927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3640" y="4517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מסכם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Tool Use מלא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0" y="502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 / Function Calling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0" y="896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dispatch.py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6766560" cy="4937760"/>
          </a:xfrm>
          <a:prstGeom prst="roundRect">
            <a:avLst>
              <a:gd name="adj" fmla="val 1852"/>
            </a:avLst>
          </a:prstGeom>
          <a:solidFill>
            <a:srgbClr val="1E2233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60020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[{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"cancel_order",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"input_schema": {...}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 = {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"cancel_order": cancel_order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execute_tool_call(call):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= DISPATCH[call["name"]]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fn(**call["input"])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tool_use מהמודל: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{"name": "cancel_order",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"input": {"order_id": "ORD-8821"}}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המודל מחזיר בקשת tool_use, לא מבצע בעצמו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הקוד שלכם מריץ את הפונקציה בפועל (דיספצ'ר)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תמיד לוודא הרשאות לפני ביצוע פעולה שהמודל ביקש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Streaming, Latency ו-Fallbacks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חוויית משתמש בזמן-אמת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מציג תשובה chunk-אחר-chunk במקום לחכות לתשובה מלאה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משנה את התוכן הסופי - משפר את חוויית המשתמש הנתפסת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עם exponential backoff כשקריאת API נכשלת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הגיוני אם כל הניסיונות נכשלו - לא מסך שגיאה גולמי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אצבע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תמיד timeout מפורש + retry logic + logging לכשלים - לא לסמוך על ברירת מחדל.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ריבוי ספקי מודלים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· OPENAI · GEMINI · OPENROUTER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לכל ספק פורמט payload שונה - system נפרד/ממוזג, מבנה content שונה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- גישה למגוון עצום של מודלים דרך API אחיד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שכבת הפשטה ממירה בקשה אחידה לפורמט של כל ספק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סיבות להחלפת ספק: עלות, ביצועים, יכולות ייחודיות, redundancy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יתרון מרכזי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אבסטרקציה נכונה מאפשרת להחליף ספק בלי לשכתב לוגיקה עסקית.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- חיתוך מסמכים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גודל · חפיפה · מבנה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מסמכים ארוכים מפוצלים ל-chunks לפני שהופכים ל-embeddings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קטנים מדי מאבדים הקשר; גדולים מדי מדללים איתות סמנטי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אסטרטגיות: תווים קבועים, גבולות משפט/פסקה, מבנה מסמך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בין chunks סמוכים מונע קטיעת מידע קריטי בגבול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טרייד-אוף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גודל chunk הוא איזון בין שימור הקשר לדיוק ההתאמה לשאילתה.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Search, Hybrid ו-Reranking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· BM25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מסדי נתונים וקטוריים (Pinecone/Weaviate/Chroma/Qdrant) מחפשים שכנים קרובים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משלב חיפוש וקטורי (סמנטי) עם מילות-מפתח קלאסי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מדרג מחדש תוצאות מובילות לרלוונטיות עדינה יותר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משפר משמעותית את איכות ה-context שמוזן ל-RAG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תובנה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חיפוש וקטורי לבד תופס משמעות אך מפספס לפעמים התאמות מילוליות מדויקות.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05840" cy="10058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מקריאת API בודדת למערכת RAG שלמה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עכשיו יש לכם את כל היסודות: קריאת מודל עם tools, טיפול נכון ב-latency, עבודה עם כמה ספקים, וכל שרשרת ה-RAG מחיתוך מסמכים ועד reranking.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5120640"/>
            <a:ext cx="6400800" cy="8229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5120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9: סוכני AI ו-MCP מתקדם ←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2026-07-12T04:18:16Z</dcterms:created>
  <dcterms:modified xsi:type="dcterms:W3CDTF">2026-07-12T04:18:16Z</dcterms:modified>
</cp:coreProperties>
</file>