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4023360" cy="40233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5120640"/>
            <a:ext cx="1828800" cy="1828800"/>
          </a:xfrm>
          <a:prstGeom prst="ellipse">
            <a:avLst/>
          </a:prstGeom>
          <a:solidFill>
            <a:srgbClr val="2ECC71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מודול 4 · תכנות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תכנות Fullstack מקצועי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Git, SQL, Django, Frontend ו-Docker - עד בניית CRM מינימלי אמיתי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האקדמיה ל-AI ופיתוח Fullstack  ·  מודול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סדר היום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927080" y="1417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09270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63640" y="13624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Basics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63640" y="17099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היסודות שכל מפתח צריך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94960" y="1417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3949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3624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OOP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7099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מחלקות, אובייקטים, ירושה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27080" y="2468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09270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63640" y="241401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27614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ניהול גרסאות ועבודת צוות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0" y="2468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241401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27614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מסדי נתונים יחסיים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27080" y="3520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109270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3640" y="346557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Models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38130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ומיגרציות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94960" y="3520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" y="346557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Views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38130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URLs, Views, Templates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927080" y="45720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1092708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63640" y="451713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63640" y="486460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בניית API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94960" y="45720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539496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1520" y="451713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31520" y="486460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ו-fetch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927080" y="56235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10927080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263640" y="556869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263640" y="59161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קונטיינריזציה ו-deploy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94960" y="56235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0" name="Text 38"/>
          <p:cNvSpPr/>
          <p:nvPr/>
        </p:nvSpPr>
        <p:spPr>
          <a:xfrm>
            <a:off x="5394960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31520" y="556869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מסכם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1520" y="59161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פרויקט מסכם אמיתי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Basics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TYPED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מוקלדת דינמית - המשתנה מקבל את טיפוס הערך שהוקצה לו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טיפוסים בסיסיים: int, float, str, bool, list, tuple, dict, set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הזחה (indentation) היא תחביר מחייב לסימון בלוקים - לא רק סטייל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comprehension: [x*2 for x in range(5)] - תמציתי ואידיומטי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ניהול תלויות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מתקין חבילות.</a:t>
            </a: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venv יוצר סביבה מבודדת - כל פרויקט מקבל venv משלו.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OOP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· OBJECT · INHERITANCE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= תבנית; Object (instance) = מופע קונקרטי שנוצר ממנה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הוא ה-constructor, רץ אוטומטית עם יצירת אובייקט חדש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ירושה מאפשרת למחלקה לרשת התנהגויות וגם לדרוס (override) חלקן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super().__init__() קורא ל-constructor של האב בלי לשכפל קוד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קשר ל-Django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Model ב-Django הוא בעצם מחלקת Python שיורשת ממחלקת בסיס.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· BRANCH · MERGE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מערכת בקרת גרסאות מבוזרת - לכל מפתח עותק מלא של ההיסטוריה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= תמונת מצב; branch = מצביע נייד על commit מסוים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זרימה טיפוסית: branch → add → commit → push → Pull Request → merge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שלושה אזורים: Working Directory, Staging Area, Repository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פקודות יומיומיות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</a:t>
            </a: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</a:t>
            </a: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</a:t>
            </a: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/ commit</a:t>
            </a: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/ pull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· JOIN · INDEX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מסד יחסי מארגן מידע בטבלאות - שורות ועמודות עם טיפוסים מוגדרים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מזהה שורה; Foreign Key מקשר בין טבלאות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מחבר שורות ממספר טבלאות לפי עמודת קשר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בעיית N+1: לולאת שאילתות במקום JOIN יחיד - מלכודת ביצועים נפוצה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קבוצת שינויים "הכל או כלום" - נכשל שלב = rollback לכל השאר.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0" y="5029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Django Models &amp; ORM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0" y="8961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crm/models.py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480560" y="1417320"/>
            <a:ext cx="6766560" cy="4937760"/>
          </a:xfrm>
          <a:prstGeom prst="roundRect">
            <a:avLst>
              <a:gd name="adj" fmla="val 1852"/>
            </a:avLst>
          </a:prstGeom>
          <a:solidFill>
            <a:srgbClr val="1E2233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1600200"/>
            <a:ext cx="6309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django.db import models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Contact(models.Model):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models.CharField(max_length=100)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 = models.EmailField(unique=True)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created_at = models.DateTimeField(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auto_now_add=True)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Deal(models.Model):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contact = models.ForeignKey(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Contact, on_delete=models.CASCADE,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related_name="deals")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 = models.CharField(max_length=200)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amount = models.DecimalField(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max_digits=10, decimal_places=2)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$ python manage.py makemigrations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$ python manage.py migrate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840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= מחלקת Python שמתורגמת אוטומטית לטבלת SQL</a:t>
            </a:r>
            <a:endParaRPr lang="en-US" sz="1350" dirty="0"/>
          </a:p>
          <a:p>
            <a:pPr algn="r"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מנהלות שינויי סכמה לאורך זמן - כמו Git למסד הנתונים</a:t>
            </a:r>
            <a:endParaRPr lang="en-US" sz="1350" dirty="0"/>
          </a:p>
          <a:p>
            <a:pPr algn="r"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ForeignKey מיישם קשר JOIN + מגדיר מה קורה במחיקה (CASCADE)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Django Views &amp; Templates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MVT · URLS → VIEWS → TEMPLATES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MVT: URLconf ממפה נתיב ל-View; View שולף נתונים ומחליט מה להחזיר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הוא HTML עם תחביר מיוחד שמרנדר את הנתונים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Contact.objects.all().order_by("name") מתורגם ישירות ל-SQL אמיתי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זרימה: בקשה → urls.py → views.py → מסד נתונים → template → תשובה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בפועל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get_object_or_404(Contact, pk=pk)</a:t>
            </a: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שליפה בטוחה שמחזירה 404 אם לא נמצא.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Django REST Framework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SERIALIZER · VIEWSET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Serializer ממיר Model ל-JSON (ובחזרה) ומאמת קלט נכנס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viewsets.ModelViewSet נותן בשורה אחת 5 endpoints ל-CRUD מלא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קלאסי מחזיר HTML; DRF מחזיר JSON ל-frontend נפרד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(מי אתה) + Permissions (מה מותר לך) - שתי שכבות נפרדות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/api/contacts/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application/json</a:t>
            </a: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[{ "id": 1, "name": "Dana Levi", ... }]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· FETCH · CORS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HTML=מבנה, CSS=עיצוב, JS=התנהגות; DOM הוא הייצוג החי בזיכרון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מבצע בקשת HTTP אמיתית ומחזיר Promise לתשובה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חוסם בקשות בין-מקוריות כברירת מחדל - השרת חייב לאשר במפורש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management: כל מידע שמשתנה עם הזמן ומשפיע על מה שמוצג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בפעולה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משהה את הפונקציה עד שהתשובה מגיעה, בלי לחסום את שאר הדף.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· CONTAINER · COMPOSE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= תבנית שאורזת קוד + כל התלויות; Container = מופע רץ שלה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מגדיר איך לבנות; docker-compose מתאם כמה containers יחד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פותר את "אצלי זה עבד" - אותה סביבה בדיוק בכל מקום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שומרים מידע (כמו מסד נתונים) גם אחרי restart של container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קשר ל-AI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נעילת גרסאות ספריות AI (PyTorch, transformers) היא בדיוק למה Docker קריטי בתעשייה.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פרויקט מסכם: CRM מינימלי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מחברים הכל יחד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שדות Model אמיתיים לאיש קשר + סטטוסים לעסקה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API שנבחרו במפורש - לא "כל מה שאפשר"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החלטה מודעת: Django Templates מול SPA נפרד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אסטרטגיית פריסה: Docker על שרת יחיד או ענן עם מסד מנוהל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התוצאה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תיעוד פרויקט טכני מלא - Models, API, Frontend, Deployment - כל החלטה מנומקת.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1005840" cy="100584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כל הכבוד - סיימתם את כל 4 המודולים!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10149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מהבנת מודלי שפה, דרך בניית סוכנים והנדסת מערכות, ועד תכנות Fullstack מקצועי אמיתי - Python, Django, SQL, Frontend ו-Docker.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2026-07-12T01:00:27Z</dcterms:created>
  <dcterms:modified xsi:type="dcterms:W3CDTF">2026-07-12T01:00:27Z</dcterms:modified>
</cp:coreProperties>
</file>