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846320"/>
            <a:ext cx="4023360" cy="402336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5120640"/>
            <a:ext cx="1828800" cy="1828800"/>
          </a:xfrm>
          <a:prstGeom prst="ellipse">
            <a:avLst/>
          </a:prstGeom>
          <a:solidFill>
            <a:srgbClr val="2ECC71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מודול 5 · אוטומציה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אוטומציות וחיבורים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Make.com, Zapier, n8n, Webhooks, Agent SDK - וניצול מקסימלי של קלוד קוד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8600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האקדמיה ל-AI ופיתוח Fullstack  ·  מודול 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סדר היום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27080" y="14173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10927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63640" y="136245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נוף האוטומציה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63640" y="17099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מ-No-Code ועד קוד מלא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94960" y="14173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3949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36245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7099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אוטומציה ויזואלית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27080" y="24688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109270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24140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 ו-n8n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63640" y="27614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קצוות של No-Code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24688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24140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ו-API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7614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חיבור ישיר בקוד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27080" y="352044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109270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3640" y="346557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3640" y="381304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הסוכן עצמו כמנוע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94960" y="352044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539496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1520" y="346557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ניצול מקסימלי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381304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עובדים נכון עם קלוד קוד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927080" y="45720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109270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63640" y="451713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מסכם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486460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תכננו אוטומציה מקצה לקצה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0320" y="502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נוף האוטומציה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0" y="8961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↔ FULL CODE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09160" y="15087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אוטומציה = טריגר → פעולה (Claude) → פעולה נוספת (מייל, CRM, גיליון)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ספקטרום: פלטפורמות ויזואליות (Make/Zapier/n8n) מול קוד מותאם אישית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אותה היוריסטיקה כמו Frameworks (מודול 3): מהירות מול שליטה מלאה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מערכות אמיתיות רבות משלבות כמה גישות יחד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3931920" cy="4846320"/>
          </a:xfrm>
          <a:prstGeom prst="roundRect">
            <a:avLst>
              <a:gd name="adj" fmla="val 2791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כלל אצבע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337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פרוטוטייפ מהיר וחיבור שירותים מוכנים → פלטפורמה.</a:t>
            </a:r>
            <a:endParaRPr lang="en-US" sz="1350" dirty="0"/>
          </a:p>
          <a:p>
            <a:pPr algn="r" indent="0" marL="0">
              <a:lnSpc>
                <a:spcPct val="125000"/>
              </a:lnSpc>
              <a:buNone/>
            </a:pPr>
            <a:endParaRPr lang="en-US" sz="13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לוגיקה מורכבת/שליטה מלאה → קוד.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0320" y="502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Make.com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0" y="8961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· MODULES · DATA MAPPING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09160" y="15087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= תרשים ויזואלי של מודולים מחוברים שמייצג זרימת מידע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טריגר פותח את הזרימה: webhook, שורה חדשה, מייל חדש ועוד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מודול HTTP גנרי קורא ישירות ל-Anthropic API - גמיש ומדויק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Mapping: {{1.name}} מפנה לפלט של מודול קודם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3931920" cy="4846320"/>
          </a:xfrm>
          <a:prstGeom prst="roundRect">
            <a:avLst>
              <a:gd name="adj" fmla="val 2791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תמחור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337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לפי operations - כל הפעלת מודול נספרת. תכננו scenario יעיל.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0320" y="502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Zapier ו-n8n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0" y="8961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מול SELF-HOSTED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09160" y="15087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Zapier: SaaS ותיק, אלפי אינטגרציות, הכי פשוט להתחלה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n8n: קוד פתוח, self-hosted אפשרי, קוד מותאם (JS/Python) בכל node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נותן שליטה מלאה על סודות וזמינות - בלי תלות בספק חיצוני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כלל אצבע: מתחילים ב-Zapier, עוברים ל-n8n/Make כשצריך גמישות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3931920" cy="4846320"/>
          </a:xfrm>
          <a:prstGeom prst="roundRect">
            <a:avLst>
              <a:gd name="adj" fmla="val 2791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טבלת החלטה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337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פשטות מקסימלית → Zapier</a:t>
            </a:r>
            <a:endParaRPr lang="en-US" sz="1350" dirty="0"/>
          </a:p>
          <a:p>
            <a:pPr algn="r" indent="0" marL="0">
              <a:lnSpc>
                <a:spcPct val="125000"/>
              </a:lnSpc>
              <a:buNone/>
            </a:pPr>
            <a:endParaRPr lang="en-US" sz="13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גמישות + עלות בקנה מידה → n8n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0" y="502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Webhooks ו-API ישיר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0" y="8961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webhook_server.py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480560" y="1417320"/>
            <a:ext cx="6766560" cy="4937760"/>
          </a:xfrm>
          <a:prstGeom prst="roundRect">
            <a:avLst>
              <a:gd name="adj" fmla="val 1852"/>
            </a:avLst>
          </a:prstGeom>
          <a:solidFill>
            <a:srgbClr val="1E2233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600200"/>
            <a:ext cx="6309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http.server, json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Handler(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http.server.BaseHTTPRequestHandler):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do_POST(self):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int(self.headers.get(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'Content-Length', 0))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 = json.loads(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self.rfile.read(length))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קריאה ל-Claude API לעבד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ואז פעולה הבאה (מייל, DB)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 = {"status": "received"}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self.send_response(200)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self.send_header(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'Content-Type',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'application/json')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self.end_headers()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self.wfile.write(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7D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json.dumps(response).encode())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8404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= POST אוטומטי כשמשהו קורה, במקום polling חוזר</a:t>
            </a:r>
            <a:endParaRPr lang="en-US" sz="1350" dirty="0"/>
          </a:p>
          <a:p>
            <a:pPr algn="r" marL="342900" indent="-342900"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בפרודקשן: אימות HMAC, טיפול בשגיאות, ותור עבודה</a:t>
            </a:r>
            <a:endParaRPr lang="en-US" sz="1350" dirty="0"/>
          </a:p>
          <a:p>
            <a:pPr algn="r" marL="342900" indent="-342900"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עדיף כשלוגיקה מורכבת מדי לתרשים ויזואלי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0320" y="502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Agent SDK כמנוע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0" y="8961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הסוכן מחליט, לא רק מבצע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09160" y="15087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רק תחנה בתרשים - סוכן שמריץ את הלולאה האג'נטית המלאה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בפלטפורמה: אתם מגדירים מראש. ב-Agent SDK: קלוד מחליט בזמן ריצה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מתאים כשנדרש שיקול דעת אמיתי, לא רק כלל "אם X אז Y"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עם תזמון (מודול 2) = סוכן שרץ ברקע לגמרי לבד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3931920" cy="4846320"/>
          </a:xfrm>
          <a:prstGeom prst="roundRect">
            <a:avLst>
              <a:gd name="adj" fmla="val 2791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מתי לבחור בזה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337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כשבונים מוצר AI מלא, לא רק אוטומציה פנימית חד-פעמית.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10835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60320" y="502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ניצול מקסימלי של קלוד קוד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0" y="8961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PLAN MODE · SUBAGENTS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09160" y="15087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- זיכרון פרויקט קבוע: מבנה, מוסכמות, פקודות build/test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 לפני שינויים גדולים - מפחית טעויות יקרות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מותאמים הופכים זרימות חוזרות לקיצור דרך</a:t>
            </a:r>
            <a:endParaRPr lang="en-US" sz="1500" dirty="0"/>
          </a:p>
          <a:p>
            <a:pPr rtl="1" algn="r" marL="342900" indent="-3429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למחקר/review שומרים את ההקשר הראשי נקי; headless ל-CI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3931920" cy="4846320"/>
          </a:xfrm>
          <a:prstGeom prst="roundRect">
            <a:avLst>
              <a:gd name="adj" fmla="val 2791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עיקרון-על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337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ככל שההוראות (CLAUDE.md, hooks) ברורות יותר מראש - כך התוצאות עקביות ואמינות יותר.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5A82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005840" cy="10058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הכבוד - סיימתם את כל האקדמיה!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10149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מהבנת מודלי שפה, דרך בניית סוכנים והנדסת מערכות, תכנות Fullstack מלא, ועד חיבור הכל לעולם האמיתי דרך אוטומציות. דרך שלמה ומקצועית.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2026-07-12T01:13:17Z</dcterms:created>
  <dcterms:modified xsi:type="dcterms:W3CDTF">2026-07-12T01:13:17Z</dcterms:modified>
</cp:coreProperties>
</file>