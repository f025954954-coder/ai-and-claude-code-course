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5 · אוטומציה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אוטומציות וחיבורים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Make.com, Zapier, n8n, Webhooks, אבטחה, Agent SDK - וניצול מקסימלי של קלוד קוד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נוף האוטומציה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מ-No-Code ועד קוד מלא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אוטומציה ויזואלית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ו-n8n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קצוות של No-Code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ו-API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חיבור ישיר בקוד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אבטחה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HMAC, סודות, הרשאות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הסוכן עצמו כמנוע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ניצול מקסימלי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עובדים נכון עם קלוד קוד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9496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מסכם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תכננו אוטומציה מקצה לקצה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נוף האוטומציה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↔ FULL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אוטומציה = טריגר → פעולה (Claude) → פעולה נוספת (מייל, CRM, גיליון)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ספקטרום: פלטפורמות ויזואליות (Make/Zapier/n8n) מול קוד מותאם אישית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אותה היוריסטיקה כמו Frameworks (מודול 3): מהירות מול שליטה מלאה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מערכות אמיתיות רבות משלבות כמה גישות יחד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פרוטוטייפ מהיר וחיבור שירותים מוכנים → פלטפורמה.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לוגיקה מורכבת/שליטה מלאה → קוד.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Make.com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· MODULES · DATA MAPPING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= תרשים ויזואלי של מודולים מחוברים שמייצג זרימת מידע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טריגר פותח את הזרימה: webhook, שורה חדשה, מייל חדש ועוד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HTTP גנרי קורא ישירות ל-Anthropic API - גמיש ומדויק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Mapping: {{1.name}} מפנה לפלט של מודול קודם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operations - כל הפעלת מודול נספרת. תכננו scenario יעיל.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Zapier ו-n8n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מול SELF-HOSTED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Zapier: SaaS ותיק, אלפי אינטגרציות, הכי פשוט להתחלה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n8n: קוד פתוח, self-hosted אפשרי, קוד מותאם (JS/Python) בכל node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נותן שליטה מלאה על סודות וזמינות - בלי תלות בספק חיצוני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אצבע: מתחילים ב-Zapier, עוברים ל-n8n/Make כשצריך גמישות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טבלת החלטה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פשטות מקסימלית → Zapier</a:t>
            </a: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endParaRPr lang="en-US" sz="13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גמישות + עלות בקנה מידה → n8n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Webhooks ו-API ישיר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webhook_server.py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http.server, json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Handler(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http.server.BaseHTTPRequestHandler):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do_POST(self):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length = int(self.headers.get(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'Content-Length', 0))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 = json.loads(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self.rfile.read(length))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קריאה ל-Claude API לעבד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ואז פעולה הבאה (מייל, DB)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{"status": "received"}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self.send_response(200)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self.send_header(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'Content-Type',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'application/json')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self.end_headers()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self.wfile.write(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json.dumps(response).encode())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= POST אוטומטי כשמשהו קורה, במקום polling חוזר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בפרודקשן: אימות HMAC, טיפול בשגיאות, ותור עבודה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עדיף כשלוגיקה מורכבת מדי לתרשים ויזואלי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אבטחת אוטומציות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0" y="8961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verify_signature.py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6766560" cy="4937760"/>
          </a:xfrm>
          <a:prstGeom prst="roundRect">
            <a:avLst>
              <a:gd name="adj" fmla="val 1852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6002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hmac, hashlib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os.environ[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"WEBHOOK_SECRET"]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verify(payload, sig_header):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 = hmac.new(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SECRET.encode(),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payload,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hashlib.sha256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).hexdigest()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hmac.compare_digest(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expected, sig_header)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verify(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request.body,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request.headers["X-Signature"]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Response(status=401)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מוודא שהבקשה הגיעה מהמקור האמיתי ולא זויפה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compare_digest מונע timing attack - לעולם לא להשוות עם ==</a:t>
            </a:r>
            <a:endParaRPr lang="en-US" sz="1350" dirty="0"/>
          </a:p>
          <a:p>
            <a:pPr algn="r" marL="342900" indent="-3429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סודות ב-env vars בלבד, לעולם לא בקוד; הרשאות מינימליות לכל שירות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Agent SDK כמנוע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הסוכן מחליט, לא רק מבצע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רק תחנה בתרשים - סוכן שמריץ את הלולאה האג'נטית המלאה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בפלטפורמה: אתם מגדירים מראש. ב-Agent SDK: קלוד מחליט בזמן ריצה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כשנדרש שיקול דעת אמיתי, לא רק כלל "אם X אז Y"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עם תזמון (מודול 2) = סוכן שרץ ברקע לגמרי לבד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לבחור בזה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כשבונים מוצר AI מלא, לא רק אוטומציה פנימית חד-פעמית.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ניצול מקסימלי של קלוד קוד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· PLAN MODE · SUBAGENTS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- זיכרון פרויקט קבוע: מבנה, מוסכמות, פקודות build/test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לפני שינויים גדולים - מפחית טעויות יקרות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טוקנים: Prompt Caching, האצלה ל-subagents, הגבלת scope מפורשת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לולאת בדיקה = אין דרך לוודא שהשינוי לא שבר משהו - השקיעו בטסטים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עיקרון-על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ככל שההוראות (CLAUDE.md, hooks) ברורות יותר מראש - כך התוצאות עקביות ואמינות יותר.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מהטכנולוגיה לעסק אמיתי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הבנתם AI, בניתם סוכנים, תכנתם Fullstack, וחיברתם הכל לאוטומציות מאובטחות. השלב הבא: מודול 6 - איך הופכים את הידע הזה לעסק אוטומציות AI אמיתי.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5120640"/>
            <a:ext cx="6400800" cy="8229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5120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6: בניית עסק אוטומציות AI 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2026-07-12T03:05:56Z</dcterms:created>
  <dcterms:modified xsi:type="dcterms:W3CDTF">2026-07-12T03:05:56Z</dcterms:modified>
</cp:coreProperties>
</file>