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2 · קלוד קוד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איך בונים סוכני AI אמיתיים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Tools, MCP, Subagents, Slash Commands, Hooks, Plugins וסוכנים אוטונומיים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יכולות ניתנות לגילוי אוטומטי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הממשק הפורמלי לעולם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פרוטוקול תקני לחיבור כלים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בידוד הקשר לצורך האצלה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הפעלה מפורשת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אכיפה דטרמיניסטית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7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אריזה, גרסאות והפצה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סוכנים אוטונומיים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עבודה ללא שאלה-תשובה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· תיאור = טריגר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חבילת הוראות עצמאית בתיקייה עם קובץ SKILL.md ו-YAML frontmatter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שדה ה-description הוא הטריגר - קלוד מחליט לפיו אם להפעיל את הסקיל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נטען להקשר רק כשרלוונטי - מאפשר עשרות סקילים בלי להציף שיחה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allowed-tools מגביל הרשאות; disable-model-invocation דורש הפעלה ידנית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נקודת מפתח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עמום = הפעלה לא עקבית.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מפורט וספציפי = סקיל אמין.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→ TOOL_RESULT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הוא פונקציה עם שם, תיאור וסכימת קלט (JSON Schema)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המודל לא מריץ דבר בעצמו - מחזיר בלוק tool_use וה-harness מבצע בפועל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כלים מובנים (Read, Write, Bash, WebSearch) תמיד זמינים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MCP הם תוספת אופציונלית שדורשת חיבור מפורש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השרשרת המלאה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מבצע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tool_result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חוזר להקשר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תקן פתוח בארכיטקטורת client-server: קלוד = client, שרת MCP = מתרגם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שרת מקומי (stdio) מוגדר עם command/args; שרת מרוחק (HTTP) עם url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מוגדר בקובץ .mcp.json - סודות דרך הרחבת משתני סביבה ${VAR}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מנתק את קלוד מפרטי ה-API הספציפי של כל שירות חיצוני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האנלוגיה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הוא כמו מתרגם: קלוד מבקש, המתרגם מדבר עם השירות החיצוני, ומחזיר תשובה.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בידוד הקשר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מופע קלוד נפרד עם system prompt, כלים ואפילו מודל משלו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מבצע עבודה עצמאית בהקשר שלו, ומחזיר לסוכן הראשי רק תוצאה סופית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פותר את בעיית גדילת ההקשר מהלולאה האג'נטית (מודול 1)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מאפשר התמחות: הרשאות read-only ל-code review, WebSearch למחקר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זה חשוב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חיפושי אינטרנט של subagent נשארים בהקשר שלו - לא מציפים את השיחה הראשית.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Slash Commands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הפעלה מפורשת מול אוטומטית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פקודה שמתחילה ב-/ ומופעלת רק ביוזמת המשתמש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מוגדרת בקובץ שטוח ב-.claude/commands/ (בניגוד ל-Skill העשיר יותר)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מגדיר מצב-סיום שקלוד ממשיך לקראתו לבד בין תורות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/loop מריץ במחזורים חוזרים עד תנאי עצירה (until)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ההבדל מ-Skill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= הפעלה ידנית בלבד.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גם /שם וגם הפעלה אוטומטית לפי description.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אכיפה דטרמיניסטית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סקריפט שרץ אוטומטית ב-PreToolUse / PostToolUse / UserPromptSubmit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מקבל JSON ב-stdin, שולט בהתנהגות דרך קוד יציאה: 0=אשר, 2=חסום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אכיפה בקוד ברמת תשתית - לא ניתן לעקוף בשכנוע (Prompt Injection)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 קובע על אילו כלים ה-hook חל (למשל "Bash" או "Write|Edit")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 קלאסית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על Bash שבודק תבנית "rm -rf" ומחזיר exit 2 אם נמצאה.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אריזה, גרסאות, הפצה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מוסיף יכולת טכנית חדשה - כל מה שהוא מכיל ניתן להגדרה בנפרד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מוסיף גבול פורמלי: שם, גרסה, ומניפסט (.claude-plugin/plugin.json)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הופך אוסף הגדרות אישי ליחידה ניתנת להפצה והתקנה אחידה בצוות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מבנה תיקיות: skills/, agents/, commands/, .mcp.json, hooks/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השדה החובה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המניפסט המינימלי דורש רק name.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author, license - נדרשים רק לפרסום ב-marketplace.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סוכנים אוטונומיים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עבודה ללא לולאת שאלה-תשובה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תזמון (cron) או יעד (/goal) מחליפים את הודעת המשתמש כטריגר לאיטרציה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זו אותה לולאה אג'נטית מדויקת - רק שהטריגר הראשוני הוא שעון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/loop רץ במחזורים חוזרים עד תנאי עצירה מפורש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דורש מנגנון בקרה: מתי לעצור, איך לדווח כשלים, מניעת ריצה כפולה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לדוגמה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8 * * *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יום ב-08:00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9 * * 1-5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ימי חול, 09:00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סיימתם את מודול 2!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עכשיו יש לכם הבנה מלאה של איך קלוד קוד בונה סוכנים - מ-Skills בודדים ועד סוכנים אוטונומיים שרצים לבד.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5120640"/>
            <a:ext cx="6400800" cy="8229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5120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 הבא: מודול 3 - הנדסת מערכות 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2026-07-12T00:55:55Z</dcterms:created>
  <dcterms:modified xsi:type="dcterms:W3CDTF">2026-07-12T00:55:55Z</dcterms:modified>
</cp:coreProperties>
</file>