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4023360" cy="40233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5120640"/>
            <a:ext cx="1828800" cy="1828800"/>
          </a:xfrm>
          <a:prstGeom prst="ellipse">
            <a:avLst/>
          </a:prstGeom>
          <a:solidFill>
            <a:srgbClr val="2ECC71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מודול 6 · עסקים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בניית עסק אוטומציות AI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נישה, תמחור, לקוחות, מכירה, אספקה וסקיילינג - מפרילנסר בודד לסוכנות פעילה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האקדמיה ל-AI ופיתוח Fullstack  ·  מודול 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סדר היום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927080" y="1417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0927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63640" y="13624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ניתוח שוק ונישה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3640" y="17099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בוחרים נישה רווחית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94960" y="1417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3949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3624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מודלים ותמחור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7099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פרויקטלי, ריטיינר, תוצאה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27080" y="2468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9270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63640" y="24140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לקוחות ראשונים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27614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ערוצי השגה ו-outreach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2468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24140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מכירה ו-Discovery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27614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שיחת אבחון והצעת מחיר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27080" y="3520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109270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346557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אספקה וניהול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38130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תהליך מסירה מקצועי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94960" y="3520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" y="346557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סקיילינג לסוכנות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38130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Productization וגיוס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927080" y="45720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1092708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63640" y="451713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תוכנית 90 יום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63640" y="486460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 עבודה מסכם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ניתוח שוק ובחירת נישה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תעשייה × תפקיד × תהליך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הצעה כללית ("אני עושה אוטומציות AI") קשה למכור - חדדו למי, בדיוק מה, ואיזו תוצאה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שלושה צירים: תעשייה, תפקיד/מחלקה בארגון, ותהליך ספציפי חוזר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חפשו גישה קיימת, תדירות כאב גבוהה, ויכולת תשלום סבירה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התחילו צר בכוונה - קל יותר להתרחב מנישה מצליחה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דוגמת מיצוב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"אני עוזר לקליניקות פרטיות להפסיק לאבד לידים אחרי שעות, עם סוכן AI שעונה וקובע פגישה תוך דקות."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מודלים עסקיים ותמחור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פרויקטלי · ריטיינר · תוצאה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תמחור פרויקטלי: מחיר קבוע - קל למכור בהתחלה, סיכון scope creep על הספק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ריטיינר חודשי: הכנסה חוזרת וצפויה (MRR) - הבסיס לעסק יציב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תמחור מבוסס-תוצאה: מיישר תמריצים, דורש מדידה אמינה ואמון גבוה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תמחרו לפי ערך ללקוח - לא רק לפי שעות עבודה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כלל אצבע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התחילו בפרויקטלי לבניית תיק עבודות, עברו לריטיינר עם 2-3 לקוחות מרוצים.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השגת לקוחות ראשונים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רשת · תוכן · OUTREACH · שותפויות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רשת קיימת - הכי מהיר להמרה בזכות אמון בסיסי שכבר קיים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תוכן ונראות (LinkedIn) - בונה סמכות מקצועית לאורך זמן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ישיר ומותאם אישית - מחקר קצר לפני כל פנייה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שיתופי פעולה עם סוכנויות שיווק/CRM שמחפשות שותף טכני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טיפ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תמחרו את הפרויקטים הראשונים נמוך יותר בתמורה לעדות מדידה - זה קונה אמינות מהר יותר משיווק.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מכירה ו-Discovery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אבחון · SOW · חוזה בסיסי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שיחת Discovery מאבחנת, לא מוכרת - מיפוי התהליך הקיים לעומק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שלוש שאלות ליבה: איך זה עובד היום, כמה זה עולה, מה קרה כשזה השתבש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הצעת מחיר (SOW) עם scope מפורש - ההגנה שלכם מפני scope creep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חוזה בסיסי: scope, תשלום, בעלות על IP, אחריות ותמיכה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הערה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ייעוץ משפטי - לפני חתימה על חוזים אמיתיים מומלץ להיוועץ בעורך דין.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תהליך אספקה וניהול פרויקטים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· בנייה · מסירה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מוגדר, בנייה איטרטיבית עם עדכוני ביניים, ובדיקות עם הלקוח לפני מסירה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השתמשו בחשבונות/API keys בבעלות הלקוח - לא שלכם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מסירה מתועדת: איך המערכת עובדת ואיך לפתור תקלות נפוצות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תבנית קבועה לכל פרויקט חדש שומרת על איכות עקבית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עיקרון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בעלות על גישה היא גם עיקרון אתי וגם בונה אמון - הלקוח לא נשאר תקוע.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0835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0" y="5029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סקיילינג - מפרילנסר לסוכנות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PRODUCTIZATION · צוות · שותפויות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508760"/>
            <a:ext cx="64922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Productization: הפיכת פתרון חד-פעמי לתבנית ניתנת לשכפול מהיר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קבלני משנה/עובדים - תיעוד תהליכים שומר איכות עקבית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שותפויות ערוץ: סוכנויות שמפנות לקוחות תמורת עמלה</a:t>
            </a:r>
            <a:endParaRPr lang="en-US" sz="1500" dirty="0"/>
          </a:p>
          <a:p>
            <a:pPr rtl="1" algn="r"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בנו Playbook פנימי לפני שמגייסים - מכירה, בנייה, מסירה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48463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אזהרה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גדילה מהירה מדי לפני שיש תהליך אספקה יציב פוגעת באיכות ובמוניטין.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1005840" cy="100584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מהידע הטכני לעסק אמיתי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מה שלמדתם באקדמיה - מ-AI ועד קלוד קוד, הנדסת מערכות, פיתוח Fullstack ואוטומציות - עכשיו יש לכם גם את המסגרת העסקית להפוך את זה למקור פרנסה אמיתי.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2026-07-12T03:02:26Z</dcterms:created>
  <dcterms:modified xsi:type="dcterms:W3CDTF">2026-07-12T03:02:26Z</dcterms:modified>
</cp:coreProperties>
</file>