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1828800" cy="1828800"/>
          </a:xfrm>
          <a:prstGeom prst="ellipse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9 · Agents &amp; MCP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סוכני AI ו-MCP מתקדם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לולאת סוכן, Reflection, Multi-Agent, ופרוטוקול MCP - כולל בניית שרת אמיתי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האקדמיה ל-AI ופיתוח Fullstack  ·  מודול 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סדר היום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2708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927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6364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לולאת הסוכן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Act / Observe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ביקורת עצמית ותיקון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2708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7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וסוכני-משנה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פרוטוקול MCP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לעומק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2708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7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בניית שרת MCP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 אמיתי מאפס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אבטחת MCP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 ו-Least Privilege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2708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10927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364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מסכם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סוכנים + MCP מלא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לולאת הסוכן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ACT · OBSERVE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סוכן פועל בלולאה: מתכנן צעד, מבצע דרך כלי, קולט תוצאה, וחוזר חלילה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- החלטה דינמית על הצעד הבא, לא תוכנית קבועה מראש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- זיכרון הצעדים הקודמים כדי לדעת איפה הסוכן נמצא בתהליך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מתאים למשימות עם מסלול תלוי-תוצאות; לרצף קבוע עדיף Prompt Chaining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עיקרון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לולאת סוכן היא לא קסם - היא Plan/Act/Observe במעגל, עד סיום.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ו-Self-Correction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ביקורת עצמית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- קריאה נוספת שבודקת את הפלט מול קריטריונים ומחזירה משוב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- ייצור -&gt; ביקורת -&gt; תיקון -&gt; ביקורת מחדש, עד עמידה בסטנדרט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חובה להגביל מספר ניסיונות מקסימלי - אחרת סיכון ללולאה אינסופית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לכל משימה נדרש reflection - זה מוסיף עלות וזמן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להשתמש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משימות עם קריטריוני איכות ברורים לבדיקה (פורמט, טון, דיוק נתונים).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SUB-AGENTS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מקבל משימה כללית, מאציל לסוכני-משנה מתמחים, מרכיב תוצאות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סוכן-משנה מקבל context ממוקד ותפקיד ברור - פחות בלבול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סוכני-משנה עצמאיים יכולים לרוץ במקביל - מקצר זמן כולל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אצבע: התחילו בסוכן יחיד, עברו ל-multi-agent רק כשנדרש בבירור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מורכבות ניהול גבוהה יותר ועלות מצטברת של כמה קריאות LLM.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0" y="502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פרוטוקול MCP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0" y="896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mcp_messages.json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6766560" cy="4937760"/>
          </a:xfrm>
          <a:prstGeom prst="roundRect">
            <a:avLst>
              <a:gd name="adj" fmla="val 1852"/>
            </a:avLst>
          </a:prstGeom>
          <a:solidFill>
            <a:srgbClr val="1E2233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60020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 -&gt; Server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{"jsonrpc":"2.0","id":1,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"method":"initialize"}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 -&gt; Server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{"jsonrpc":"2.0","id":2,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"method":"tools/list"}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 -&gt; Server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{"jsonrpc":"2.0","id":3,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"method":"tools/call",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"params":{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"name":"read_file",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"arguments":{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"path":"/data/report.txt"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}}}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בנוי מעל JSON-RPC 2.0 - פורמט בקשה-תשובה סטנדרטי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/ tools/list / tools/call הן שלוש הפעולות המרכזיות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ו-server הם תהליכים נפרדים שמתקשרים over stdio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אבטחת MCP Servers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 · LEAST PRIVILEGE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שרת MCP הוא דלת פתוחה בין המודל למערכת אמיתית - קובץ, DB, דפדפן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- חשיפת רק הכלים המינימליים הנדרשים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 - הגבלת כל פעולה לתיקייה/משאב מוגדר מראש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תוכן שחוזר מהשרת חוזר ל-context המודל - וקטור Prompt Injection אפשרי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אזהרה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פרמטר שמגיע מהמודל אינו אמין באופן מובנה - יש לוודא לפני ביצוע.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מקריאת LLM בודדת למערכת סוכנים שלמה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עכשיו יש לכם את הארכיטקטורה המלאה: לולאת סוכן, ביקורת עצמית, חלוקת אחריות בין סוכנים, וחיבור מאובטח למערכות חיצוניות דרך MCP.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5120640"/>
            <a:ext cx="6400800" cy="8229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5120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10: Stack פרונטאנד מודרני ←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2026-07-12T10:33:56Z</dcterms:created>
  <dcterms:modified xsi:type="dcterms:W3CDTF">2026-07-12T10:33:56Z</dcterms:modified>
</cp:coreProperties>
</file>