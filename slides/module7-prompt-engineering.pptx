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7 · Prompt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הנדסת Prompt מתקדמת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System/User/Assistant, Few-shot, Chain of Thought, Prompt Chaining, Structured Outputs ו-Debugging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System/User/Assistant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היסוד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מול Few-shot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כדאי דוגמאות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חשיבה שלב-אחר-שלב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פייפליין רב-שלבי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אילוץ JSON מובנה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דפוסי כשל נפוצים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תכננו פייפליין מלא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User /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היסוד של כל קריאה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- הוראה קבועה לאורך כל השיחה (טון, תפקיד, מגבלות)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מה שהמשתמש כותב; Assistant - תגובות קודמות שמוזנות בחזרה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'לא זוכר' בין קריאות - הזיכרון הוא היסטוריית messages בפועל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ככל שההיסטוריה גדלה - כך גדל מספר הטוקנים הנשלח בכל קריאה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טעות נפוצה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לדחוס הוראות קבועות לכל הודעת user בנפרד, במקום להגדיר פעם אחת ב-system.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מול Few-shot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דוגמאות משתלמות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בקשה ישירה בלי דוגמאות - הכי זול והכי פשוט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הוספת 2-5 דוגמאות קלט-פלט להבטחת פורמט עקבי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דוגמה מוסיפה טוקנים (=עלות) לכל קריאה בפועל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יותר מ-5-6 דוגמאות בד"כ לא משפר משמעותית - רק מייקר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תמיד ב-zero-shot. עברו ל-few-shot רק אם התוצאות לא עקביות מספיק.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Thought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חשיבה שלב-אחר-שלב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מבקשים מהמודל 'לחשוב בקול' לפני תשובה סופית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משפר דיוק משמעותית במשימות היסק מרובות-שלבים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פורמט סיום קבוע ("תשובה סופית: X") מאפשר חילוץ אוטומטי בקוד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טרייד-אוף: יותר טוקנים = יותר עלות וזמן תגובה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להשתמש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היסק/חישוב מורכבות - לא למשימות טריוויאליות.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Outputs + ולידציה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validate_output.py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jsonschema import validate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"total": {"type": "number"},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"currency": {"type": "string"}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["total","currency"]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validate_llm_output(raw, schema):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json.loads(raw)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validate(instance=data, schema=schema)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פלט פגום: total="לא ידוע" (טקסט)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--&gt; ValidationError: 'לא ידוע' is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not of type 'number'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מגדירים סכימת JSON קשיחה לפני שליחת הבקשה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ולידציה תופסת שדות שגויים לפני שהנזק מתפשט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אסטרטגיית retry: שולחים חזרה את שגיאת הולידציה המדויקת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פייפליין רב-שלבי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פיצול משימה מורכבת לכמה קריאות LLM ממוקדות במקום פרומפט-ענק אחד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מקבל את פלט השלב הקודם כקלט (extract -&gt; lookup -&gt; draft)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פשוט ולכן אמין יותר - קל לבדוק ולתקן שלב בודד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מחיר: יותר קריאות API = יותר latency ועלות מצטברת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עיבוד מייל: חילוץ כוונה -&gt; בדיקת מדיניות -&gt; ניסוח תגובה - שלושה שלבים נפרדים.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Debugging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דפוסי כשל נפוצים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קוצר יתר, חוסר פועל הנחיה ברור, בקשת JSON בלי מבנה מוגדר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'Prompt Linter' - בדיקות סטטיות לפני שליחה, זול יותר מקריאת API שנכשלת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דיבוג איטרטיבי: שנו משתנה אחד בכל פעם והשוו תוצאות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שמרו לוג גרסאות פרומפט ותוצאותיהן - בדיוק כמו דיבוג קוד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עיקרון-על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התייחסו לפרומפט כמו לקוד: בדקו, גרסו, ותעדו שינויים.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מהפרומפט הבודד לפייפליין שלם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יש לכם את כל הכלים לבנות פייפליינים אמינים: מבנה הודעות נכון, טכניקת prompting מתאימה, ופלט מובנה שניתן לוולד לפני שהוא נכנס למערכת.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8: APIs, Function Calling ו-RAG מתקדם 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2026-07-12T04:10:20Z</dcterms:created>
  <dcterms:modified xsi:type="dcterms:W3CDTF">2026-07-12T04:10:20Z</dcterms:modified>
</cp:coreProperties>
</file>