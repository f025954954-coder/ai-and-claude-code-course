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4023360" cy="40233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5120640"/>
            <a:ext cx="1828800" cy="1828800"/>
          </a:xfrm>
          <a:prstGeom prst="ellipse">
            <a:avLst/>
          </a:prstGeom>
          <a:solidFill>
            <a:srgbClr val="2ECC71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מודול 3 · הנדסה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הנדסת מערכות AI מקצועית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מול API גולמי, ארכיטקטורת Fullstack ל-AI, ופרויקט מסכם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האקדמיה ל-AI ופיתוח Fullstack  ·  מודול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סדר היום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27080" y="1417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0927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63640" y="13624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17099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מתי לבנות ומתי להשתמש בכלי מוכן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94960" y="1417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3949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3624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 ל-AI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7099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זה נכנס לאפליקציה אמיתית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27080" y="2468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270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3640" y="24140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פרויקט מסכם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27614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תכננו פלאגין - עוזר מחקר אישי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LLAMAINDEX · AGENT SDK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פריימוורק לא מוסיף יכולת AI חדשה - מוסיף שכבת הפשטה מעל API גולמי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- אורקסטרציה כללית; LlamaIndex - אינדוקס וניהול נתונים ל-RAG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 SDK - גישה ישירה לפרימיטיבים שבונים את Claude Code עצמו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יתרון: פרוטוטייפ מהיר. חיסרון: מסתיר בדיוק מה שנשלח למודל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היוריסטיקת החלטה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סוכן אחד עם מטרה מוגדרת → API/Agent SDK.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הרבה מקורות נתונים ושרשראות → פריימוורק כללי.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ארכיטקטורת Fullstack ל-AI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BACKEND · ORCHESTRATION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שכבות: Frontend, Backend/API, אורקסטרציה, נתונים, Observability, Deployment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ה-"מלצר" משיעור ה-API (מודול 1) הוא בעצם ה-backend שלכם, לא ה-frontend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שכבה אחראית על משהו אחר - לא לערבב לוגיקת AI עם לוגיקת תצוגה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עוקב אחר פרומפטים, תשובות, עלויות וקריאות כלים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כלל אבטחה קריטי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לעולם לא קוראים ל-API של המודל ישירות מקוד frontend עם מפתח מוטמע.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מה בנינו בפרויקט המסכם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7FD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73152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החלטות תכנון (Skill, Tools, MCP, Hook, Subagent, תזמון)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297680" y="21945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7FD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29768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פלאגין שלם - "עוזר מחקר אישי"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0" y="21945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7FD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78638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מבוסס על מה שנלמד במודולים 1-3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1005840" cy="100584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סיימתם את מודול 3!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עברתם על יסודות ה-AI, עולם קלוד קוד, והנדסת מערכות. עכשיו מגיע החלק המקצועי באמת: תכנות Fullstack מלא.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5120640"/>
            <a:ext cx="6400800" cy="8229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5120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  הבא: מודול 4 - תכנות Fullstack מקצועי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2026-07-12T00:59:20Z</dcterms:created>
  <dcterms:modified xsi:type="dcterms:W3CDTF">2026-07-12T00:59:20Z</dcterms:modified>
</cp:coreProperties>
</file>