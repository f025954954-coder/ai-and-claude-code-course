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10 · 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פרונטאנד מודרני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HTML/CSS/JavaScript, TypeScript, React, ו-Next.js - עם אתגרים עצמאיים לתרגול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ונגישות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סמנטיקה, טפסים, a11y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מודרני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Grid, Responsive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מודרני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Async/Await, Promise.all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טיפוסים, Interfaces, Generics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Props, State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Components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7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מסכם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תכננו אפליקציה מלאה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סמנטי ונגישות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· A11Y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תגיות סמנטיות (nav/article/button) משפרות SEO ונגישות כאחד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input חייב label מקושר; כל img חייב alt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טפסים הם המקום שנגישות משפיעה הכי הרבה על שימושיות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בדקו כל טופס עם מקלדת בלבד - Tab ו-Enter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ברזל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אי אפשר לנווט ולמלא טופס רק עם מקלדת - יש בעיית נגישות אמיתית.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מודרני - Flexbox ו-Grid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ציר יחיד מול שני צירים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Flexbox: ציר יחיד - תפריטים, שורת כפתורים, כרטיסים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שני צירים - פריסת עמוד שלמה (header/sidebar/main/footer)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flex-grow מחלק שטח פנוי יחסית למשקלים בין items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+ minmax = פריסה responsive בלי media queries ידניים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אצבע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לרכיב בודד, Grid לפריסת עמוד כוללת.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502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מודרני - Async/Await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0" y="896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async_demo.js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6766560" cy="4937760"/>
          </a:xfrm>
          <a:prstGeom prst="roundRect">
            <a:avLst>
              <a:gd name="adj" fmla="val 1852"/>
            </a:avLst>
          </a:prstGeom>
          <a:solidFill>
            <a:srgbClr val="1E223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60020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סדרתי - איטי (256ms)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id of ids) {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fetchUser(id);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מקבילי - מהיר (51ms)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Promise.all(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ids.map(id =&gt; fetchUser(id))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destructuring + filter/map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active = users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.filter(({active}) =&gt; active)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.map(({name}) =&gt; name);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בלולאה = בקשות ברצף; Promise.all = בקשות במקביל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טעות ביצועים נפוצה מאוד אצל מתחילים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הופך קוד לקצר וקריא יותר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502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 - בדיקת טיפוסים אמיתית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0" y="896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 --strict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6766560" cy="4937760"/>
          </a:xfrm>
          <a:prstGeom prst="roundRect">
            <a:avLst>
              <a:gd name="adj" fmla="val 1852"/>
            </a:avLst>
          </a:prstGeom>
          <a:solidFill>
            <a:srgbClr val="1E223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60020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User {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"admin" | "member";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u: User = {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1,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"חיים",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"superadmin"  // שגיאה!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tsc תופס: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 TS2322: Type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'"superadmin"' is not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assignable to type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'"admin" | "member"'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הקומפיילר תופס שגיאות טיפוסים לפני שהקוד בכלל רץ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types מגבילים ערך לרשימה סגורה של אפשרויות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מאפשרים קוד גמיש בלי לוותר על בדיקת טיפוסים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- Components, Props, State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· HOOKS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קומפוננטות = פונקציות שמקבלות props ומחזירות JSX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קומפוננטה משתמשת בקומפוננטות אחרות בתוכה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(useState) נזכר בין רינדורים ומשתנה עם הזמן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חוק ברזל: hooks נקראים תמיד באותו סדר, לא בתוך if/לולאה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הבדל מרכזי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מגיעים מבחוץ ולא משתנים; State הוא זיכרון פנימי שמשתנה.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- React ברמת פרודקשן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SERVER COMPONENTS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Routing: מבנה תיקיות תחת app/ = מבנה ה-URL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(ברירת מחדל): רצים רק בשרת, גישה ישירה ל-DB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Components ("use client"): נדרשים לכל אינטראקטיביות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Routes: endpoint-ים של backend באותו פרויקט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Client Component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דבר עם state, event handlers, או hooks כמו useState/useEffect.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מקוד לומדים ליכולת בנייה עצמאית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עברתם על כל שכבות ה-Frontend המודרני - מ-HTML נגיש ועד Next.js ברמת פרודקשן. עכשיו התרגלו: נסו לבנות את האתגרים העצמאיים בעצמכם לפני שתסתכלו בפתרונות.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5120640"/>
            <a:ext cx="6400800" cy="8229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5120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11: פרודקשן, אבטחה ו-DevOps ←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2026-07-12T11:32:19Z</dcterms:created>
  <dcterms:modified xsi:type="dcterms:W3CDTF">2026-07-12T11:32:19Z</dcterms:modified>
</cp:coreProperties>
</file>